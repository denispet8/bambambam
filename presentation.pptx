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98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21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18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37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74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14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62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46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79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98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5461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439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6214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457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65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BAFB4-535C-438D-A0D4-225ED35873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E91AC9-36C1-4D28-AEF9-9D36877BEC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53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345EB-95DC-5916-3E2E-D9EBD92B9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Простые задачи по шахматам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CF7BF4-02F1-B8B3-4654-4CE436057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Выполнили</a:t>
            </a:r>
            <a:r>
              <a:rPr lang="en-US" dirty="0"/>
              <a:t>:</a:t>
            </a:r>
            <a:r>
              <a:rPr lang="ru-RU" dirty="0"/>
              <a:t> Иванова Александра, Петров Денис</a:t>
            </a:r>
          </a:p>
        </p:txBody>
      </p:sp>
    </p:spTree>
    <p:extLst>
      <p:ext uri="{BB962C8B-B14F-4D97-AF65-F5344CB8AC3E}">
        <p14:creationId xmlns:p14="http://schemas.microsoft.com/office/powerpoint/2010/main" val="332600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AFB93-E094-63A7-47F6-517E463B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1D377C-6545-1E7A-B84E-3C245C828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Тренировка решения шахматных задач на мат в один ход, а также отслеживание личной статистики</a:t>
            </a:r>
          </a:p>
        </p:txBody>
      </p:sp>
    </p:spTree>
    <p:extLst>
      <p:ext uri="{BB962C8B-B14F-4D97-AF65-F5344CB8AC3E}">
        <p14:creationId xmlns:p14="http://schemas.microsoft.com/office/powerpoint/2010/main" val="77093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51C3F-E0B8-28FD-EF3C-4D785A1D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Для проекта использовалось: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32394-8F23-C95F-C430-DA2078EE4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веб-интерфейс (</a:t>
            </a:r>
            <a:r>
              <a:rPr lang="en-US" dirty="0"/>
              <a:t>HTML, CSS, JavaScript)</a:t>
            </a:r>
          </a:p>
          <a:p>
            <a:r>
              <a:rPr lang="ru-RU" dirty="0"/>
              <a:t>база данных </a:t>
            </a:r>
            <a:r>
              <a:rPr lang="en-US" dirty="0"/>
              <a:t>SQLite</a:t>
            </a:r>
          </a:p>
          <a:p>
            <a:r>
              <a:rPr lang="ru-RU" dirty="0"/>
              <a:t>библиотека </a:t>
            </a:r>
            <a:r>
              <a:rPr lang="en-US" dirty="0"/>
              <a:t>python-chess </a:t>
            </a:r>
            <a:r>
              <a:rPr lang="ru-RU" dirty="0"/>
              <a:t>для работы с шахматными позициями</a:t>
            </a:r>
          </a:p>
          <a:p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ru-RU" dirty="0"/>
              <a:t>для создания </a:t>
            </a:r>
            <a:r>
              <a:rPr lang="en-US" dirty="0"/>
              <a:t>API </a:t>
            </a:r>
            <a:r>
              <a:rPr lang="ru-RU" dirty="0"/>
              <a:t>и серверной логики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64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9400A-042D-9B4E-608E-D01639A0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71FF8F-9C60-DC6B-913C-736B40268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«Шахматный тренажёр» сделан на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SQLite</a:t>
            </a:r>
            <a:r>
              <a:rPr lang="ru-RU" dirty="0"/>
              <a:t> и </a:t>
            </a:r>
            <a:r>
              <a:rPr lang="ru-RU" dirty="0" err="1"/>
              <a:t>python-chess</a:t>
            </a:r>
            <a:r>
              <a:rPr lang="ru-RU" dirty="0"/>
              <a:t>. Приложение выдаёт задачи на мат в один ход, запоминает статистику пользователя (попытки, точность, серии). Тренажёр подойдёт в основном  новичкам.</a:t>
            </a:r>
          </a:p>
        </p:txBody>
      </p:sp>
    </p:spTree>
    <p:extLst>
      <p:ext uri="{BB962C8B-B14F-4D97-AF65-F5344CB8AC3E}">
        <p14:creationId xmlns:p14="http://schemas.microsoft.com/office/powerpoint/2010/main" val="103924300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96</Words>
  <Application>Microsoft Office PowerPoint</Application>
  <PresentationFormat>Широкоэкранный</PresentationFormat>
  <Paragraphs>11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Аспект</vt:lpstr>
      <vt:lpstr>Простые задачи по шахматам</vt:lpstr>
      <vt:lpstr>Задача проекта</vt:lpstr>
      <vt:lpstr>Для проекта использовалось: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Петров</dc:creator>
  <cp:lastModifiedBy>Денис Петров</cp:lastModifiedBy>
  <cp:revision>1</cp:revision>
  <dcterms:created xsi:type="dcterms:W3CDTF">2026-05-12T14:11:32Z</dcterms:created>
  <dcterms:modified xsi:type="dcterms:W3CDTF">2026-05-12T14:43:54Z</dcterms:modified>
</cp:coreProperties>
</file>